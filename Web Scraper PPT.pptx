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59C2CE-0E29-41D9-BC85-4B37B437C217}" v="3" dt="2025-04-22T03:40:36.0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s Kennedy" userId="08a4a861188f1148" providerId="LiveId" clId="{7459C2CE-0E29-41D9-BC85-4B37B437C217}"/>
    <pc:docChg chg="modSld">
      <pc:chgData name="Danis Kennedy" userId="08a4a861188f1148" providerId="LiveId" clId="{7459C2CE-0E29-41D9-BC85-4B37B437C217}" dt="2025-04-22T03:40:50.909" v="8" actId="207"/>
      <pc:docMkLst>
        <pc:docMk/>
      </pc:docMkLst>
      <pc:sldChg chg="addSp delSp modSp mod">
        <pc:chgData name="Danis Kennedy" userId="08a4a861188f1148" providerId="LiveId" clId="{7459C2CE-0E29-41D9-BC85-4B37B437C217}" dt="2025-04-22T03:40:50.909" v="8" actId="207"/>
        <pc:sldMkLst>
          <pc:docMk/>
          <pc:sldMk cId="0" sldId="256"/>
        </pc:sldMkLst>
        <pc:spChg chg="add del mod">
          <ac:chgData name="Danis Kennedy" userId="08a4a861188f1148" providerId="LiveId" clId="{7459C2CE-0E29-41D9-BC85-4B37B437C217}" dt="2025-04-22T03:40:39.319" v="6"/>
          <ac:spMkLst>
            <pc:docMk/>
            <pc:sldMk cId="0" sldId="256"/>
            <ac:spMk id="12" creationId="{34A352D8-BBB9-2109-0A13-053D9D522AF3}"/>
          </ac:spMkLst>
        </pc:spChg>
        <pc:spChg chg="add mod">
          <ac:chgData name="Danis Kennedy" userId="08a4a861188f1148" providerId="LiveId" clId="{7459C2CE-0E29-41D9-BC85-4B37B437C217}" dt="2025-04-22T03:40:50.909" v="8" actId="207"/>
          <ac:spMkLst>
            <pc:docMk/>
            <pc:sldMk cId="0" sldId="256"/>
            <ac:spMk id="13" creationId="{F0C1096F-7855-B77C-E835-B0036E7BB43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9144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8831" y="1449146"/>
            <a:ext cx="7526338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8831" y="5280847"/>
            <a:ext cx="7526338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899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9144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9997" y="2222287"/>
            <a:ext cx="7524003" cy="36365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66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0"/>
            <a:ext cx="9144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863" y="2951396"/>
            <a:ext cx="7526337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4863" y="5281200"/>
            <a:ext cx="7526337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136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9144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9996" y="2222287"/>
            <a:ext cx="367072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280" y="2222287"/>
            <a:ext cx="3670720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020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9144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9996" y="2174875"/>
            <a:ext cx="367072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9996" y="2751137"/>
            <a:ext cx="3687391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280" y="2174875"/>
            <a:ext cx="3670720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0" y="2751137"/>
            <a:ext cx="3670720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649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9144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499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143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804863" y="446086"/>
            <a:ext cx="2660650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863" y="446088"/>
            <a:ext cx="2660650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4" y="446087"/>
            <a:ext cx="4689475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4863" y="2260737"/>
            <a:ext cx="2660650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030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9996" y="727521"/>
            <a:ext cx="350154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4573588" y="0"/>
            <a:ext cx="4570412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9996" y="2344684"/>
            <a:ext cx="350154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914357" y="6041361"/>
            <a:ext cx="73265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42797" y="6041361"/>
            <a:ext cx="247156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47017" y="5915887"/>
            <a:ext cx="796616" cy="49059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009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863" y="4800600"/>
            <a:ext cx="752633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9144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4863" y="5367338"/>
            <a:ext cx="7526337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261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485107" y="1338479"/>
            <a:ext cx="4749312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573" y="1495525"/>
            <a:ext cx="442038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1226" y="4700702"/>
            <a:ext cx="4418727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5398884" y="1338479"/>
            <a:ext cx="3302316" cy="4075464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186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855663" y="2286585"/>
            <a:ext cx="3671336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017816" y="2435956"/>
            <a:ext cx="328689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4616450" y="2286000"/>
            <a:ext cx="3671888" cy="2300288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9310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9144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5695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5752238" y="446089"/>
            <a:ext cx="3391762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AutoShape 4"/>
          <p:cNvSpPr>
            <a:spLocks noChangeAspect="1" noChangeArrowheads="1" noTextEdit="1"/>
          </p:cNvSpPr>
          <p:nvPr/>
        </p:nvSpPr>
        <p:spPr bwMode="auto">
          <a:xfrm>
            <a:off x="5233988" y="0"/>
            <a:ext cx="3910012" cy="586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37655" y="586171"/>
            <a:ext cx="1701800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4862" y="446089"/>
            <a:ext cx="4947376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599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9997" y="447188"/>
            <a:ext cx="7524003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9997" y="2184400"/>
            <a:ext cx="7524003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2797" y="6041361"/>
            <a:ext cx="6289532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1422" y="6041361"/>
            <a:ext cx="993161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04584" y="5915887"/>
            <a:ext cx="796616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8030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github.com/ksu-is/Web-Scrape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9997" y="192024"/>
            <a:ext cx="6505203" cy="791075"/>
          </a:xfrm>
        </p:spPr>
        <p:txBody>
          <a:bodyPr/>
          <a:lstStyle/>
          <a:p>
            <a:r>
              <a:rPr dirty="0"/>
              <a:t>Web Scraper for APP DEV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" y="603504"/>
            <a:ext cx="6220614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ctr">
              <a:defRPr sz="2800" b="1"/>
            </a:pPr>
            <a:r>
              <a:rPr dirty="0"/>
              <a:t>Data Extraction with AI-Powered Parsing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1389888"/>
            <a:ext cx="185659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rPr dirty="0"/>
              <a:t>Danis Kennedy</a:t>
            </a:r>
            <a:endParaRPr lang="en-US" dirty="0"/>
          </a:p>
          <a:p>
            <a:pPr>
              <a:defRPr sz="1800"/>
            </a:pP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457200" y="2926080"/>
            <a:ext cx="3657600" cy="22860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/>
            </a:pP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4572000" y="2926080"/>
            <a:ext cx="3657600" cy="22860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/>
            </a:pP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F5C89A-503E-CC8D-C4BC-45AEBDB01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51848"/>
            <a:ext cx="4728138" cy="350615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BEDC5E3-9230-9A15-F357-487B999904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8138" y="3351848"/>
            <a:ext cx="4415862" cy="350615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2FE9E1D-0AA0-22D8-3333-3D6DE51C49BC}"/>
              </a:ext>
            </a:extLst>
          </p:cNvPr>
          <p:cNvSpPr txBox="1"/>
          <p:nvPr/>
        </p:nvSpPr>
        <p:spPr>
          <a:xfrm>
            <a:off x="155448" y="2039112"/>
            <a:ext cx="91897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Web Scraper is a Stream-lit application that scrapes HTML content from a website, then uses </a:t>
            </a:r>
            <a:r>
              <a:rPr lang="en-US" dirty="0" err="1"/>
              <a:t>Ollama</a:t>
            </a:r>
            <a:r>
              <a:rPr lang="en-US" dirty="0"/>
              <a:t> to parse the information you need based on your custom instructions. It also offers selectable background themes, a raw‑DOM viewer, and the ability to download the parsed results in both JSON and CSV formats.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C1096F-7855-B77C-E835-B0036E7BB43A}"/>
              </a:ext>
            </a:extLst>
          </p:cNvPr>
          <p:cNvSpPr txBox="1"/>
          <p:nvPr/>
        </p:nvSpPr>
        <p:spPr>
          <a:xfrm>
            <a:off x="4645152" y="1389888"/>
            <a:ext cx="4626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https://github.com/ksu-is/Web-Scraper</a:t>
            </a: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TotalTime>46</TotalTime>
  <Words>79</Words>
  <Application>Microsoft Office PowerPoint</Application>
  <PresentationFormat>On-screen Show (4:3)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Century Gothic</vt:lpstr>
      <vt:lpstr>Wingdings 2</vt:lpstr>
      <vt:lpstr>Quotable</vt:lpstr>
      <vt:lpstr>Web Scraper for APP DEV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Danis Kennedy</cp:lastModifiedBy>
  <cp:revision>2</cp:revision>
  <dcterms:created xsi:type="dcterms:W3CDTF">2013-01-27T09:14:16Z</dcterms:created>
  <dcterms:modified xsi:type="dcterms:W3CDTF">2025-04-22T03:40:55Z</dcterms:modified>
  <cp:category/>
</cp:coreProperties>
</file>